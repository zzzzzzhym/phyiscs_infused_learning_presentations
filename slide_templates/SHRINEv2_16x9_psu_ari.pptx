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4" r:id="rId5"/>
  </p:sldMasterIdLst>
  <p:notesMasterIdLst>
    <p:notesMasterId r:id="rId11"/>
  </p:notesMasterIdLst>
  <p:sldIdLst>
    <p:sldId id="262" r:id="rId6"/>
    <p:sldId id="257" r:id="rId7"/>
    <p:sldId id="258" r:id="rId8"/>
    <p:sldId id="259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3F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371AAD-C8D0-4C9C-B4E5-C585AF111915}" v="25" dt="2023-08-19T15:54:20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30"/>
    <p:restoredTop sz="94676"/>
  </p:normalViewPr>
  <p:slideViewPr>
    <p:cSldViewPr snapToGrid="0">
      <p:cViewPr varScale="1">
        <p:scale>
          <a:sx n="101" d="100"/>
          <a:sy n="101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CC4B4-68E7-4A48-A9EB-EC05601CC60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8ABD4-4D49-1441-94E5-E34E00DCA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44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, swimming, ocean floor&#10;&#10;Description automatically generated">
            <a:extLst>
              <a:ext uri="{FF2B5EF4-FFF2-40B4-BE49-F238E27FC236}">
                <a16:creationId xmlns:a16="http://schemas.microsoft.com/office/drawing/2014/main" id="{CC827F2F-6F1B-8A94-CFEB-AA016D4CB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E5EF8-3F55-CC40-8877-5D48D7C063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93044" y="1377591"/>
            <a:ext cx="5961681" cy="157096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648D3-80FB-6246-9942-F676252E6F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3044" y="2948552"/>
            <a:ext cx="5961681" cy="648392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Optional Subtitle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8439E0-5BD3-7D5C-6D25-FEF40A9F1D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93042" y="3984505"/>
            <a:ext cx="5961681" cy="366264"/>
          </a:xfrm>
        </p:spPr>
        <p:txBody>
          <a:bodyPr>
            <a:noAutofit/>
          </a:bodyPr>
          <a:lstStyle>
            <a:lvl1pPr marL="0" indent="0">
              <a:buNone/>
              <a:defRPr sz="2000" i="1">
                <a:solidFill>
                  <a:schemeClr val="bg1"/>
                </a:solidFill>
              </a:defRPr>
            </a:lvl1pPr>
            <a:lvl2pPr marL="457200" indent="0">
              <a:buNone/>
              <a:defRPr sz="2000" i="1">
                <a:solidFill>
                  <a:schemeClr val="bg1"/>
                </a:solidFill>
              </a:defRPr>
            </a:lvl2pPr>
            <a:lvl3pPr marL="914400" indent="0">
              <a:buNone/>
              <a:defRPr sz="2000" i="1">
                <a:solidFill>
                  <a:schemeClr val="bg1"/>
                </a:solidFill>
              </a:defRPr>
            </a:lvl3pPr>
            <a:lvl4pPr marL="1371600" indent="0">
              <a:buNone/>
              <a:defRPr sz="2000" i="1">
                <a:solidFill>
                  <a:schemeClr val="bg1"/>
                </a:solidFill>
              </a:defRPr>
            </a:lvl4pPr>
            <a:lvl5pPr marL="1828800" indent="0">
              <a:buNone/>
              <a:defRPr sz="20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6278C2A-D1F0-1250-3A1F-488E55A1E7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93042" y="4313627"/>
            <a:ext cx="5961681" cy="366264"/>
          </a:xfrm>
        </p:spPr>
        <p:txBody>
          <a:bodyPr>
            <a:no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  <a:lvl2pPr marL="457200" indent="0">
              <a:buNone/>
              <a:defRPr sz="2000" i="1">
                <a:solidFill>
                  <a:schemeClr val="bg1"/>
                </a:solidFill>
              </a:defRPr>
            </a:lvl2pPr>
            <a:lvl3pPr marL="914400" indent="0">
              <a:buNone/>
              <a:defRPr sz="2000" i="1">
                <a:solidFill>
                  <a:schemeClr val="bg1"/>
                </a:solidFill>
              </a:defRPr>
            </a:lvl3pPr>
            <a:lvl4pPr marL="1371600" indent="0">
              <a:buNone/>
              <a:defRPr sz="2000" i="1">
                <a:solidFill>
                  <a:schemeClr val="bg1"/>
                </a:solidFill>
              </a:defRPr>
            </a:lvl4pPr>
            <a:lvl5pPr marL="1828800" indent="0">
              <a:buNone/>
              <a:defRPr sz="20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Month Day, Year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D5C84C-73E0-20AA-E971-21B0E2B16410}"/>
              </a:ext>
            </a:extLst>
          </p:cNvPr>
          <p:cNvSpPr/>
          <p:nvPr userDrawn="1"/>
        </p:nvSpPr>
        <p:spPr>
          <a:xfrm>
            <a:off x="345057" y="5975571"/>
            <a:ext cx="2162477" cy="735780"/>
          </a:xfrm>
          <a:prstGeom prst="rect">
            <a:avLst/>
          </a:prstGeom>
          <a:solidFill>
            <a:srgbClr val="1D3F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logo for a company&#10;&#10;Description automatically generated">
            <a:extLst>
              <a:ext uri="{FF2B5EF4-FFF2-40B4-BE49-F238E27FC236}">
                <a16:creationId xmlns:a16="http://schemas.microsoft.com/office/drawing/2014/main" id="{20AFD4F3-71E6-4400-44D5-5E2C22B3AF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92" r="16685" b="26121"/>
          <a:stretch>
            <a:fillRect/>
          </a:stretch>
        </p:blipFill>
        <p:spPr>
          <a:xfrm>
            <a:off x="10175540" y="258769"/>
            <a:ext cx="2013495" cy="772675"/>
          </a:xfrm>
          <a:prstGeom prst="rect">
            <a:avLst/>
          </a:prstGeom>
        </p:spPr>
      </p:pic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5DCB1567-94FE-CB5B-264C-8E353841A2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426" b="2593"/>
          <a:stretch>
            <a:fillRect/>
          </a:stretch>
        </p:blipFill>
        <p:spPr>
          <a:xfrm>
            <a:off x="0" y="6243873"/>
            <a:ext cx="12192000" cy="6159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FEC1A-9A63-097D-166B-6BE1A949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F28A-47F7-404C-91E3-14C894715B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88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C4A6AF1B-895E-37EA-6659-DA141DEF30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E5EF8-3F55-CC40-8877-5D48D7C063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93044" y="1377591"/>
            <a:ext cx="5961681" cy="157096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648D3-80FB-6246-9942-F676252E6F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3044" y="2948552"/>
            <a:ext cx="5961681" cy="648392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Optional Subtitle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DFBF3B-6C7A-AA3B-C5AA-27CB0DBFD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93042" y="3984505"/>
            <a:ext cx="5961681" cy="366264"/>
          </a:xfrm>
        </p:spPr>
        <p:txBody>
          <a:bodyPr>
            <a:noAutofit/>
          </a:bodyPr>
          <a:lstStyle>
            <a:lvl1pPr marL="0" indent="0">
              <a:buNone/>
              <a:defRPr sz="2000" i="1">
                <a:solidFill>
                  <a:schemeClr val="bg1"/>
                </a:solidFill>
              </a:defRPr>
            </a:lvl1pPr>
            <a:lvl2pPr marL="457200" indent="0">
              <a:buNone/>
              <a:defRPr sz="2000" i="1">
                <a:solidFill>
                  <a:schemeClr val="bg1"/>
                </a:solidFill>
              </a:defRPr>
            </a:lvl2pPr>
            <a:lvl3pPr marL="914400" indent="0">
              <a:buNone/>
              <a:defRPr sz="2000" i="1">
                <a:solidFill>
                  <a:schemeClr val="bg1"/>
                </a:solidFill>
              </a:defRPr>
            </a:lvl3pPr>
            <a:lvl4pPr marL="1371600" indent="0">
              <a:buNone/>
              <a:defRPr sz="2000" i="1">
                <a:solidFill>
                  <a:schemeClr val="bg1"/>
                </a:solidFill>
              </a:defRPr>
            </a:lvl4pPr>
            <a:lvl5pPr marL="1828800" indent="0">
              <a:buNone/>
              <a:defRPr sz="20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23F8F27-2ACF-853B-DBC0-175AFC8D23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93042" y="4313627"/>
            <a:ext cx="5961681" cy="366264"/>
          </a:xfrm>
        </p:spPr>
        <p:txBody>
          <a:bodyPr>
            <a:no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  <a:lvl2pPr marL="457200" indent="0">
              <a:buNone/>
              <a:defRPr sz="2000" i="1">
                <a:solidFill>
                  <a:schemeClr val="bg1"/>
                </a:solidFill>
              </a:defRPr>
            </a:lvl2pPr>
            <a:lvl3pPr marL="914400" indent="0">
              <a:buNone/>
              <a:defRPr sz="2000" i="1">
                <a:solidFill>
                  <a:schemeClr val="bg1"/>
                </a:solidFill>
              </a:defRPr>
            </a:lvl3pPr>
            <a:lvl4pPr marL="1371600" indent="0">
              <a:buNone/>
              <a:defRPr sz="2000" i="1">
                <a:solidFill>
                  <a:schemeClr val="bg1"/>
                </a:solidFill>
              </a:defRPr>
            </a:lvl4pPr>
            <a:lvl5pPr marL="1828800" indent="0">
              <a:buNone/>
              <a:defRPr sz="20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Month Day, Year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E8016-0760-5CD7-D0AC-53CF26A1159F}"/>
              </a:ext>
            </a:extLst>
          </p:cNvPr>
          <p:cNvSpPr/>
          <p:nvPr userDrawn="1"/>
        </p:nvSpPr>
        <p:spPr>
          <a:xfrm>
            <a:off x="345057" y="5975571"/>
            <a:ext cx="2162477" cy="735780"/>
          </a:xfrm>
          <a:prstGeom prst="rect">
            <a:avLst/>
          </a:prstGeom>
          <a:solidFill>
            <a:srgbClr val="1D3F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logo for a company&#10;&#10;Description automatically generated">
            <a:extLst>
              <a:ext uri="{FF2B5EF4-FFF2-40B4-BE49-F238E27FC236}">
                <a16:creationId xmlns:a16="http://schemas.microsoft.com/office/drawing/2014/main" id="{F7A158A1-0A72-4F00-54C7-F9CD383D40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92" r="16685" b="26121"/>
          <a:stretch>
            <a:fillRect/>
          </a:stretch>
        </p:blipFill>
        <p:spPr>
          <a:xfrm>
            <a:off x="10175540" y="258769"/>
            <a:ext cx="2013495" cy="772675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7ACFD0A6-D3E3-DFF7-2C83-40171FEB09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426" b="2593"/>
          <a:stretch>
            <a:fillRect/>
          </a:stretch>
        </p:blipFill>
        <p:spPr>
          <a:xfrm>
            <a:off x="0" y="6243873"/>
            <a:ext cx="12192000" cy="61593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54D0D-A8EB-1CE8-F54A-40C8E12982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F1ABD-9729-EC57-F010-FAD45BB869B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FECF28A-47F7-404C-91E3-14C894715B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451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5303-0D88-FC4F-A64A-0DABCD2F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021D-5040-E443-B438-B5DF5DB17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095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73DDD3-362A-0268-AD8F-CFD768B6CA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41380" y="6367302"/>
            <a:ext cx="2743200" cy="365125"/>
          </a:xfrm>
        </p:spPr>
        <p:txBody>
          <a:bodyPr/>
          <a:lstStyle/>
          <a:p>
            <a:fld id="{0FECF28A-47F7-404C-91E3-14C894715B2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855E4C-3F90-EC4E-74FB-F1CB45192F8E}"/>
              </a:ext>
            </a:extLst>
          </p:cNvPr>
          <p:cNvCxnSpPr>
            <a:cxnSpLocks/>
          </p:cNvCxnSpPr>
          <p:nvPr userDrawn="1"/>
        </p:nvCxnSpPr>
        <p:spPr>
          <a:xfrm>
            <a:off x="285619" y="1088020"/>
            <a:ext cx="10003074" cy="0"/>
          </a:xfrm>
          <a:prstGeom prst="line">
            <a:avLst/>
          </a:prstGeom>
          <a:ln w="38100">
            <a:solidFill>
              <a:srgbClr val="1D3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white logo&#10;&#10;AI-generated content may be incorrect.">
            <a:extLst>
              <a:ext uri="{FF2B5EF4-FFF2-40B4-BE49-F238E27FC236}">
                <a16:creationId xmlns:a16="http://schemas.microsoft.com/office/drawing/2014/main" id="{8D356593-2623-98D1-BC94-A2BC551520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6" t="21869" r="17866" b="29231"/>
          <a:stretch>
            <a:fillRect/>
          </a:stretch>
        </p:blipFill>
        <p:spPr>
          <a:xfrm>
            <a:off x="10288693" y="308135"/>
            <a:ext cx="1852507" cy="67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94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6C763D1-54E7-1F4C-9A40-8033FD87C9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49963" y="1250950"/>
            <a:ext cx="5303837" cy="42044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15303-0D88-FC4F-A64A-0DABCD2F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021D-5040-E443-B438-B5DF5DB17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951"/>
            <a:ext cx="5085945" cy="420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688BE6-9865-29AF-6E79-4CFE11A8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F28A-47F7-404C-91E3-14C894715B2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55F48E-ECD5-83FF-9E07-87D269950D35}"/>
              </a:ext>
            </a:extLst>
          </p:cNvPr>
          <p:cNvCxnSpPr>
            <a:cxnSpLocks/>
          </p:cNvCxnSpPr>
          <p:nvPr userDrawn="1"/>
        </p:nvCxnSpPr>
        <p:spPr>
          <a:xfrm>
            <a:off x="285619" y="1088020"/>
            <a:ext cx="10003074" cy="0"/>
          </a:xfrm>
          <a:prstGeom prst="line">
            <a:avLst/>
          </a:prstGeom>
          <a:ln w="38100">
            <a:solidFill>
              <a:srgbClr val="1D3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white logo&#10;&#10;AI-generated content may be incorrect.">
            <a:extLst>
              <a:ext uri="{FF2B5EF4-FFF2-40B4-BE49-F238E27FC236}">
                <a16:creationId xmlns:a16="http://schemas.microsoft.com/office/drawing/2014/main" id="{F57201C7-6E6E-E59A-03DF-B9D0D2FB72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6" t="21869" r="17866" b="29231"/>
          <a:stretch>
            <a:fillRect/>
          </a:stretch>
        </p:blipFill>
        <p:spPr>
          <a:xfrm>
            <a:off x="10288693" y="308135"/>
            <a:ext cx="1852507" cy="67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6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FC724C15-1FDD-0D45-F97B-513B114ED0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F89896-24B9-D543-BC49-89300DAB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1124712"/>
            <a:ext cx="7928237" cy="167548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84264-DB8D-274D-83EB-C183729E5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7048" y="2800199"/>
            <a:ext cx="7928237" cy="1353512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8B96D8-F9C2-C215-9E5B-51F114C14C22}"/>
              </a:ext>
            </a:extLst>
          </p:cNvPr>
          <p:cNvSpPr/>
          <p:nvPr userDrawn="1"/>
        </p:nvSpPr>
        <p:spPr>
          <a:xfrm>
            <a:off x="345057" y="5975571"/>
            <a:ext cx="2162477" cy="735780"/>
          </a:xfrm>
          <a:prstGeom prst="rect">
            <a:avLst/>
          </a:prstGeom>
          <a:solidFill>
            <a:srgbClr val="1D3F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7105A-F09C-2B05-6D0C-2A5CFBE1BB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36947" y="6411059"/>
            <a:ext cx="2743200" cy="365125"/>
          </a:xfrm>
        </p:spPr>
        <p:txBody>
          <a:bodyPr/>
          <a:lstStyle/>
          <a:p>
            <a:fld id="{0FECF28A-47F7-404C-91E3-14C894715B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4FC94C02-A15E-B96D-6195-C858D9F8BF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92" r="16685" b="26121"/>
          <a:stretch>
            <a:fillRect/>
          </a:stretch>
        </p:blipFill>
        <p:spPr>
          <a:xfrm>
            <a:off x="10175540" y="258769"/>
            <a:ext cx="2013495" cy="772675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E562FE55-D96B-01BB-00ED-A3E7A83D30F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426" b="2593"/>
          <a:stretch>
            <a:fillRect/>
          </a:stretch>
        </p:blipFill>
        <p:spPr>
          <a:xfrm>
            <a:off x="0" y="6243873"/>
            <a:ext cx="12192000" cy="61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373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3A049B-E848-0344-AD81-982DC96C7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114300"/>
            <a:ext cx="5676900" cy="6743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E5EF8-3F55-CC40-8877-5D48D7C063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157096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7200" b="1" i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648D3-80FB-6246-9942-F676252E6F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995411"/>
            <a:ext cx="5139447" cy="1279903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Contact information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FC05D-62D3-F416-A426-33DCF5EA5902}"/>
              </a:ext>
            </a:extLst>
          </p:cNvPr>
          <p:cNvSpPr txBox="1">
            <a:spLocks/>
          </p:cNvSpPr>
          <p:nvPr userDrawn="1"/>
        </p:nvSpPr>
        <p:spPr>
          <a:xfrm>
            <a:off x="9336298" y="64110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ECF28A-47F7-404C-91E3-14C894715B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662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C29A-1342-FB2B-D576-C0A456588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70151-F4B6-9E57-1256-14A050FB1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D9915-AF74-0A37-6AB3-58603AA9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1C318-F9C7-57E9-BD04-69BCA8831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A478F-AB4D-5E4D-D9C2-44BEB830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8C15-F276-434E-A410-2A93036D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2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E84EE-9FC3-927C-7026-6C76707C8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76B8A-41A3-CA40-1621-1F8353C8E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2D34D-0EAF-0898-A189-9EED0C9FA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DAB8B-AA8E-577C-F553-F978D092B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26390-BB3F-67A6-84F0-408C19B7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8C15-F276-434E-A410-2A93036D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3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32A05-0710-C7D2-E682-9976B083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6A8AB-836A-5139-87B6-E9D766360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C661A-F85F-D829-1056-1D29CAC66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81F15-5070-FAD7-8312-DE3D30738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4225F-6D3B-D649-C5B9-D07F3431F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8C15-F276-434E-A410-2A93036D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55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D111-CEEE-FB6C-1857-21FEFE2D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AC8FB-34A7-95BB-A469-E2F10E468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DD77A-2852-41C0-FCB6-E8649C538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522FD-3AAB-D3C3-CD85-798E83A5E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DB129-904D-1AD4-805F-6E50AE2D7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3E2E8-7C27-3A57-1DB1-831D8033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8C15-F276-434E-A410-2A93036D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3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E842-2C48-8A17-468C-8975890EB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1E3AF-AFBD-5B0E-2F13-380F3A205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EEEE8-7D77-81F1-1705-9F285A5B3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88C1A0-F736-1854-5FE6-17D12901E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F47D19-EBE3-8ECA-EB05-093A068D7F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D5114-9ADA-5EA5-A885-8EB6FB1C5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50ADE2-B5CF-9DBF-9EBB-F491AF0B0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DDC1E-908F-86C7-A91D-9BDFA210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8C15-F276-434E-A410-2A93036D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22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A9618-1DA1-D28A-4E6E-46E27541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4A5FD-D4B2-64C6-FF99-4EB5ACAC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7BE80-4BE2-3F17-91F6-12B6AFD37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FB1DB-D560-3DC6-896C-3BA6BA2D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8C15-F276-434E-A410-2A93036D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04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8C92E5-B575-D908-FAC7-C7FC0FB5A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AF1718-0DA9-054C-B94C-F4B94B88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C6E40-63BC-3996-168D-28DC1C1C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8C15-F276-434E-A410-2A93036D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27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B9AC-40F9-C268-D64C-2DA6C8B2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1477-FC77-72A4-3958-7E53877DC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89FD3-A891-8D53-3116-2129F31DF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F26BB-972B-ED36-FD07-E9A6374B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1E6A7-8588-8745-5E16-F3B1E741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6D6F1-C60C-CF0A-97FC-46870F3D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8C15-F276-434E-A410-2A93036D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353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7FF78-9457-0754-4A75-163BF7967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6FF1DE-3986-3984-08F4-26B6B751AF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1AF0D-3A53-ED3D-5A4A-D6272EBFA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A8E33-1D4E-BA2B-972E-59A655C83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8955A-56D6-95AC-7884-271A5ED1B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C8714-183F-A934-6742-EE6687953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8C15-F276-434E-A410-2A93036D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54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8183D-8ADE-D67C-D2F6-6D553D790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5F51A-40D9-3D2D-F461-335E778D0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CA56D-C271-A658-1FC0-1B8F35C3F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949A1-0329-B9E8-A237-477142D70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99E73-726F-D447-53A7-D8B63098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8C15-F276-434E-A410-2A93036D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334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86FE74-AD9F-0F4F-F39F-CC9F72110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E4A21-2E6F-41BB-A041-E2EEE286F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62601-7582-40A5-9116-D10CF286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12CB3-AC82-C032-BFB2-818C6A28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CE62A-FF41-D37D-7EDB-606A2411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8C15-F276-434E-A410-2A93036D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40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0656E-DA2F-C14C-BF10-2FC3587B4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1284"/>
            <a:ext cx="10515600" cy="4752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A5E7B941-CE32-1D43-B287-BCB25BBF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8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FB9FF239-E20D-EB82-6058-3E96019A7C1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426" b="2593"/>
          <a:stretch>
            <a:fillRect/>
          </a:stretch>
        </p:blipFill>
        <p:spPr>
          <a:xfrm>
            <a:off x="0" y="6243873"/>
            <a:ext cx="12192000" cy="61593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1C0095-95C2-ADE9-FD63-D27A08E90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59309" y="6369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FECF28A-47F7-404C-91E3-14C894715B2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899E96F-6AEA-6D26-3876-078FC0C8738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6" t="21869" r="17866" b="29231"/>
          <a:stretch>
            <a:fillRect/>
          </a:stretch>
        </p:blipFill>
        <p:spPr>
          <a:xfrm>
            <a:off x="10288693" y="308135"/>
            <a:ext cx="1852507" cy="67394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B7D761-06CE-1CC3-6BF3-0B2B7FAA0B96}"/>
              </a:ext>
            </a:extLst>
          </p:cNvPr>
          <p:cNvCxnSpPr>
            <a:cxnSpLocks/>
          </p:cNvCxnSpPr>
          <p:nvPr userDrawn="1"/>
        </p:nvCxnSpPr>
        <p:spPr>
          <a:xfrm>
            <a:off x="285619" y="1088020"/>
            <a:ext cx="10003074" cy="0"/>
          </a:xfrm>
          <a:prstGeom prst="line">
            <a:avLst/>
          </a:prstGeom>
          <a:ln w="38100">
            <a:solidFill>
              <a:srgbClr val="1D3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CCAA-80E9-5092-EDCF-012AB8E4A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3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0" r:id="rId3"/>
    <p:sldLayoutId id="2147483660" r:id="rId4"/>
    <p:sldLayoutId id="2147483651" r:id="rId5"/>
    <p:sldLayoutId id="2147483662" r:id="rId6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3800" b="1" kern="1200" baseline="0" dirty="0">
          <a:solidFill>
            <a:srgbClr val="1D3F7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E8F43B-B3E8-7F01-DFAF-7A3F88FFA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1AC6C-F986-C278-0FF5-11A59AF29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CBFA9-2A27-8FA2-927D-184914AB5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346F6-A789-8008-A7AB-DBC89A09C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FA7DD-A126-4E3F-CCA6-116913B27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C538C15-F276-434E-A410-2A93036DAE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44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D34A4-3FE6-91F0-2799-0E5F859601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73FD0-463B-2215-41C1-E0F8B35727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063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1710D3-3A0A-0D6A-6904-1AAFBCD8B6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BAA18C6-84BC-52B6-9C56-8912A4130F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D0E643-87FE-54FE-CCA4-FAE1D8A71D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130AFB-DCA2-A879-33B2-11B381A553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DA1C7C-19DE-ED37-EE9B-7976DD35D52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FECF28A-47F7-404C-91E3-14C894715B2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92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843E70-B65F-47F9-0554-E1F2BE832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88615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D1DABF-20AC-2D84-3FBA-7D5B7B132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24"/>
            <a:ext cx="10515600" cy="4095631"/>
          </a:xfrm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0696D9-0F11-6880-37BA-213BBC6021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ECF28A-47F7-404C-91E3-14C894715B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69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D392CEB-6190-3D2A-2E5D-B9277D5E0A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49963" y="1342390"/>
            <a:ext cx="5303837" cy="420445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DC827D-A418-D0C6-B8B1-06BECFB2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88615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361A8F-CFEE-92D1-7F32-2635FBE01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391"/>
            <a:ext cx="5085945" cy="420445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57C80C-CC7C-F772-4B2B-D13AEB12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F28A-47F7-404C-91E3-14C894715B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73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D4F99-B748-55C7-CA20-94C8FF9E2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6AF5C-D599-97D7-FC1A-3E744CDAF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8F874-8538-6604-1912-7C707F6C9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ECF28A-47F7-404C-91E3-14C894715B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13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 Palette">
      <a:dk1>
        <a:srgbClr val="000000"/>
      </a:dk1>
      <a:lt1>
        <a:srgbClr val="FFFFFF"/>
      </a:lt1>
      <a:dk2>
        <a:srgbClr val="041E41"/>
      </a:dk2>
      <a:lt2>
        <a:srgbClr val="B8D6E6"/>
      </a:lt2>
      <a:accent1>
        <a:srgbClr val="009CDE"/>
      </a:accent1>
      <a:accent2>
        <a:srgbClr val="1E407C"/>
      </a:accent2>
      <a:accent3>
        <a:srgbClr val="A3AAAD"/>
      </a:accent3>
      <a:accent4>
        <a:srgbClr val="83B1D4"/>
      </a:accent4>
      <a:accent5>
        <a:srgbClr val="3EA39E"/>
      </a:accent5>
      <a:accent6>
        <a:srgbClr val="305470"/>
      </a:accent6>
      <a:hlink>
        <a:srgbClr val="64B8B6"/>
      </a:hlink>
      <a:folHlink>
        <a:srgbClr val="7D4C7C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4C937DF1-6D05-A948-810C-FCC72CE5F3A9}" vid="{590209E5-7CAC-084A-8B4B-FEEB025AC303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04A49901785041AF741C157FF60EBA" ma:contentTypeVersion="15" ma:contentTypeDescription="Create a new document." ma:contentTypeScope="" ma:versionID="37a4b31d9d4f747132082fa47a9cf26b">
  <xsd:schema xmlns:xsd="http://www.w3.org/2001/XMLSchema" xmlns:xs="http://www.w3.org/2001/XMLSchema" xmlns:p="http://schemas.microsoft.com/office/2006/metadata/properties" xmlns:ns2="c7c738f6-68ec-422e-b0e4-3523873f7adf" xmlns:ns3="542b8847-f5d4-4c9f-bd30-657d16e5db1d" targetNamespace="http://schemas.microsoft.com/office/2006/metadata/properties" ma:root="true" ma:fieldsID="d2d15f866bcf53333f08401f006067a3" ns2:_="" ns3:_="">
    <xsd:import namespace="c7c738f6-68ec-422e-b0e4-3523873f7adf"/>
    <xsd:import namespace="542b8847-f5d4-4c9f-bd30-657d16e5db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738f6-68ec-422e-b0e4-3523873f7a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b8847-f5d4-4c9f-bd30-657d16e5db1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df913b2-6727-4332-b17d-c0f3123a082d}" ma:internalName="TaxCatchAll" ma:showField="CatchAllData" ma:web="542b8847-f5d4-4c9f-bd30-657d16e5db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42b8847-f5d4-4c9f-bd30-657d16e5db1d">
      <UserInfo>
        <DisplayName/>
        <AccountId xsi:nil="true"/>
        <AccountType/>
      </UserInfo>
    </SharedWithUsers>
    <lcf76f155ced4ddcb4097134ff3c332f xmlns="c7c738f6-68ec-422e-b0e4-3523873f7adf">
      <Terms xmlns="http://schemas.microsoft.com/office/infopath/2007/PartnerControls"/>
    </lcf76f155ced4ddcb4097134ff3c332f>
    <TaxCatchAll xmlns="542b8847-f5d4-4c9f-bd30-657d16e5db1d" xsi:nil="true"/>
  </documentManagement>
</p:properties>
</file>

<file path=customXml/itemProps1.xml><?xml version="1.0" encoding="utf-8"?>
<ds:datastoreItem xmlns:ds="http://schemas.openxmlformats.org/officeDocument/2006/customXml" ds:itemID="{94BB429C-6154-418C-A7F7-1CB0848BE9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c738f6-68ec-422e-b0e4-3523873f7adf"/>
    <ds:schemaRef ds:uri="542b8847-f5d4-4c9f-bd30-657d16e5db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80B47AB-8D81-4930-8D92-9A1184B520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D66D14-A0E9-4521-9291-FD880C80434C}">
  <ds:schemaRefs>
    <ds:schemaRef ds:uri="c7c738f6-68ec-422e-b0e4-3523873f7adf"/>
    <ds:schemaRef ds:uri="http://schemas.microsoft.com/office/2006/documentManagement/types"/>
    <ds:schemaRef ds:uri="http://schemas.microsoft.com/office/infopath/2007/PartnerControls"/>
    <ds:schemaRef ds:uri="542b8847-f5d4-4c9f-bd30-657d16e5db1d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2006/metadata/propertie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5</Words>
  <Application>Microsoft Macintosh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Franklin Gothic Book</vt:lpstr>
      <vt:lpstr>Roboto Slab</vt:lpstr>
      <vt:lpstr>Office Theme</vt:lpstr>
      <vt:lpstr>Custom Design</vt:lpstr>
      <vt:lpstr>Title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Shivery, Denise</dc:creator>
  <cp:lastModifiedBy>Junyi Geng</cp:lastModifiedBy>
  <cp:revision>11</cp:revision>
  <dcterms:created xsi:type="dcterms:W3CDTF">2023-02-06T16:54:10Z</dcterms:created>
  <dcterms:modified xsi:type="dcterms:W3CDTF">2025-12-12T01:07:55Z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0x0101009204A49901785041AF741C157FF60EBA</vt:lpwstr>
  </property>
</Properties>
</file>